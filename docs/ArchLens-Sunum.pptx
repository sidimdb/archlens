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ArchLens · Bitirme Projesi · Haziran 2026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Sidi Mohamed BABA — 9201118073</a:t>
            </a:r>
            <a:endParaRPr lang="en-US" sz="9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84B3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84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BİTİRME PROJESİ SAVUNMASI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AF7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ArchLens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640080" y="274320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FAF7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React Native Projeleri için</a:t>
            </a:r>
            <a:endParaRPr lang="en-US" sz="2600" dirty="0"/>
          </a:p>
          <a:p>
            <a:pPr indent="0" marL="0">
              <a:buNone/>
            </a:pPr>
            <a:r>
              <a:rPr lang="en-US" sz="2600" i="1" dirty="0">
                <a:solidFill>
                  <a:srgbClr val="FAF7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Statik Mimari Analiz Sistemi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40080" y="4480560"/>
            <a:ext cx="3657600" cy="0"/>
          </a:xfrm>
          <a:prstGeom prst="line">
            <a:avLst/>
          </a:prstGeom>
          <a:noFill/>
          <a:ln w="25400">
            <a:solidFill>
              <a:srgbClr val="C84B3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461772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84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SUNAN
</a:t>
            </a:r>
            <a:pPr indent="0" marL="0">
              <a:buNone/>
            </a:pPr>
            <a:r>
              <a:rPr lang="en-US" sz="1800" b="1" dirty="0">
                <a:solidFill>
                  <a:srgbClr val="FAF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Sidi Mohamed BABA  </a:t>
            </a:r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(9201118073)
</a:t>
            </a:r>
            <a:pPr indent="0" marL="0">
              <a:buNone/>
            </a:pPr>
            <a:r>
              <a:rPr lang="en-US" sz="1300" dirty="0">
                <a:solidFill>
                  <a:srgbClr val="FAF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Yazılım Mühendisliği Bölümü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0" y="461772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84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DANIŞMAN
</a:t>
            </a:r>
            <a:pPr indent="0" marL="0">
              <a:buNone/>
            </a:pPr>
            <a:r>
              <a:rPr lang="en-US" sz="1800" b="1" dirty="0">
                <a:solidFill>
                  <a:srgbClr val="FAF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Doç. Dr. Nurettin ŞENYER
</a:t>
            </a:r>
            <a:pPr indent="0" marL="0">
              <a:buNone/>
            </a:pPr>
            <a:r>
              <a:rPr lang="en-US" sz="1300" dirty="0">
                <a:solidFill>
                  <a:srgbClr val="FAF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 Üniversitesi · Mühendislik Fakültesi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Haziran 2026 · Samsun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projeleri büyüdükçe mimari kontrolden çıkıyor.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4572000" cy="42062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057400"/>
            <a:ext cx="4572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FAF7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2.5M+</a:t>
            </a:r>
            <a:endParaRPr lang="en-US" sz="8800" dirty="0"/>
          </a:p>
        </p:txBody>
      </p:sp>
      <p:sp>
        <p:nvSpPr>
          <p:cNvPr id="6" name="Text 4"/>
          <p:cNvSpPr/>
          <p:nvPr/>
        </p:nvSpPr>
        <p:spPr>
          <a:xfrm>
            <a:off x="731520" y="347472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AF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Play'deki uygulama sayısı (Statista, 2024)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103120" y="4160520"/>
            <a:ext cx="1463040" cy="0"/>
          </a:xfrm>
          <a:prstGeom prst="line">
            <a:avLst/>
          </a:prstGeom>
          <a:noFill/>
          <a:ln w="25400">
            <a:solidFill>
              <a:srgbClr val="C84B3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389120"/>
            <a:ext cx="4206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AF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Native, bu uygulamaların önemli bir bölümünün altındaki tek çatı.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0" y="18288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Tipik semptomlar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86400" y="2377440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4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760720" y="2377440"/>
            <a:ext cx="6126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1000+ satırlık dev bileşen dosyaları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0" y="2880360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4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760720" y="2880360"/>
            <a:ext cx="6126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bileşeninden doğrudan API çağrısı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486400" y="3383280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4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760720" y="3383280"/>
            <a:ext cx="6126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Modüller arası çevrimsel bağımlılıklar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86400" y="3886200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4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760720" y="3886200"/>
            <a:ext cx="6126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Koşul içinde hook çağrısı → çalışma anı hatası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486400" y="4389120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4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760720" y="4389120"/>
            <a:ext cx="6126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Dağınık, kontrolsüz inline style kullanımı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486400" y="4892040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4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760720" y="4892040"/>
            <a:ext cx="6126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Servis katmanının hiç var olmaması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Amaç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araştırma sorusu, üç somut hedef.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1371600"/>
          </a:xfrm>
          <a:prstGeom prst="rect">
            <a:avLst/>
          </a:prstGeom>
          <a:solidFill>
            <a:srgbClr val="E8E2D8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7452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“React Native projelerinin mimari sağlığı, statik analizle, geliştiricinin akışını bozmadan, insanca okunur biçimde ölçülebilir mi?”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3611880"/>
            <a:ext cx="352044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3611880"/>
            <a:ext cx="91440" cy="2468880"/>
          </a:xfrm>
          <a:prstGeom prst="rect">
            <a:avLst/>
          </a:prstGeom>
          <a:solidFill>
            <a:srgbClr val="C84B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7033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84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416052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TESPİT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22960" y="4754880"/>
            <a:ext cx="3154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Native'e özgü mimari problemleri statik olarak yakalamak.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297680" y="3611880"/>
            <a:ext cx="352044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97680" y="3611880"/>
            <a:ext cx="91440" cy="2468880"/>
          </a:xfrm>
          <a:prstGeom prst="rect">
            <a:avLst/>
          </a:prstGeom>
          <a:solidFill>
            <a:srgbClr val="C84B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37033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84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0" y="416052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ÖLÇME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572000" y="4754880"/>
            <a:ext cx="3154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Bulguları 0–100 sağlık puanı ve A–F harf notuna indirgemek.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046720" y="3611880"/>
            <a:ext cx="352044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0" y="3611880"/>
            <a:ext cx="91440" cy="2468880"/>
          </a:xfrm>
          <a:prstGeom prst="rect">
            <a:avLst/>
          </a:prstGeom>
          <a:solidFill>
            <a:srgbClr val="C84B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21040" y="37033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84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321040" y="416052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AÇIKLAMA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321040" y="4754880"/>
            <a:ext cx="3154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Sonuçları doğal dilde, projeye özgü açıklamalarla raporlamak.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Sistem Mimarisi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Modüler bir boru hattı. Her aşama bir öncekinin çıktısını tüketir.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" y="2286000"/>
            <a:ext cx="1508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37744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265176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GİRDİ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306324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 · public/private repo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016252" y="2697480"/>
            <a:ext cx="91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84B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103120" y="2286000"/>
            <a:ext cx="1508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03120" y="237744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103120" y="265176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TARAMA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148840" y="306324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.js / .ts dosyaları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16452" y="2697480"/>
            <a:ext cx="91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84B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3703320" y="2286000"/>
            <a:ext cx="1508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03320" y="237744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703320" y="265176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749040" y="306324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Babel parser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216652" y="2697480"/>
            <a:ext cx="91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84B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5303520" y="2286000"/>
            <a:ext cx="1508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0" y="237744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303520" y="265176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SINIFLAMA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349240" y="306324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· ekran · servis…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16852" y="2697480"/>
            <a:ext cx="91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84B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6903720" y="2286000"/>
            <a:ext cx="1508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03720" y="237744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903720" y="265176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BAĞIMLILIK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49440" y="306324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çevrim tespiti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417052" y="2697480"/>
            <a:ext cx="91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84B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2400" dirty="0"/>
          </a:p>
        </p:txBody>
      </p:sp>
      <p:sp>
        <p:nvSpPr>
          <p:cNvPr id="29" name="Shape 27"/>
          <p:cNvSpPr/>
          <p:nvPr/>
        </p:nvSpPr>
        <p:spPr>
          <a:xfrm>
            <a:off x="8503920" y="2286000"/>
            <a:ext cx="1508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03920" y="237744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503920" y="265176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KURALLAR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549640" y="306324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mimari kural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0017252" y="2697480"/>
            <a:ext cx="91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84B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2400" dirty="0"/>
          </a:p>
        </p:txBody>
      </p:sp>
      <p:sp>
        <p:nvSpPr>
          <p:cNvPr id="34" name="Shape 32"/>
          <p:cNvSpPr/>
          <p:nvPr/>
        </p:nvSpPr>
        <p:spPr>
          <a:xfrm>
            <a:off x="10104120" y="2286000"/>
            <a:ext cx="1508760" cy="13716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104120" y="237744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C84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0104120" y="265176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AF7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RAPOR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0149840" y="306324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AF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· MD · panel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02920" y="4251960"/>
            <a:ext cx="11201400" cy="1783080"/>
          </a:xfrm>
          <a:prstGeom prst="rect">
            <a:avLst/>
          </a:prstGeom>
          <a:solidFill>
            <a:srgbClr val="E8E2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31520" y="4389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84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TEKNOLOJİ YIĞINI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31520" y="48006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2423160" y="48006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· Express · @babel/parser · @babel/traverse · madge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731520" y="518464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Frontend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2423160" y="51846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· Vite · Tailwind CSS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731520" y="5568696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Yapay Zekâ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2423160" y="5568696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(Anthropic SDK) — isteğe bağlı, çevrimdışı çalışabilir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Mimari Kural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Native'e özgü, satır düzeyinin ötesinde proje düzeyinde desenler.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640080" cy="50292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82880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4B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143000" y="1828800"/>
            <a:ext cx="49377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80160" y="18288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Servis Katmanı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91840" y="182880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 mantığı için ayrı katman var mı?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0" y="182880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84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828800"/>
            <a:ext cx="640080" cy="50292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182880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4B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R2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0" y="1828800"/>
            <a:ext cx="49377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95160" y="18288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Çevrimsel Bağımlılık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006840" y="182880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→ B → C → A çevrimleri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201400" y="182880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84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2496312"/>
            <a:ext cx="640080" cy="50292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496312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4B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R3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143000" y="2496312"/>
            <a:ext cx="49377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80160" y="249631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Dosya Boyutu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291840" y="2496312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 LOC eşiği aşılıyor mu?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0" y="249631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84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17920" y="2496312"/>
            <a:ext cx="640080" cy="50292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0" y="2496312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4B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R4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858000" y="2496312"/>
            <a:ext cx="49377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95160" y="249631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Katman Ayrımı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006840" y="2496312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→ servis (✓), servis → UI (✗)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1201400" y="249631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84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2920" y="3163824"/>
            <a:ext cx="640080" cy="50292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3163824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4B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R5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1143000" y="3163824"/>
            <a:ext cx="49377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80160" y="3163824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Hook Kuralları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291840" y="3163824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Koşullu / döngü içinde hook çağrısı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486400" y="3163824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84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217920" y="3163824"/>
            <a:ext cx="640080" cy="50292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17920" y="3163824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4B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R6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858000" y="3163824"/>
            <a:ext cx="49377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95160" y="3163824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Satır İçi Stil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9006840" y="3163824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Aşırı inline style kullanımı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1201400" y="3163824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84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7%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02920" y="3831336"/>
            <a:ext cx="640080" cy="50292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920" y="3831336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4B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R7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1143000" y="3831336"/>
            <a:ext cx="49377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280160" y="3831336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İsimlendirme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3291840" y="3831336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useX, XScreen, PascalCase desenleri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486400" y="3831336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84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217920" y="3831336"/>
            <a:ext cx="640080" cy="50292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17920" y="3831336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4B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R8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6858000" y="3831336"/>
            <a:ext cx="49377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995160" y="3831336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UI'da Yerel API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9006840" y="3831336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Platform/NativeModules UI'da mı?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11201400" y="3831336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84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02920" y="6035040"/>
            <a:ext cx="11201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kuralın çıktısı: başarı/başarısızlık · güven düzeyi · ihlal dosyaları · ağırlık.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Skorlama &amp; Derecelendirme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Ağırlıklı toplam → tek bir mimari sağlık puanı + harf notu.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03520" cy="420624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9659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84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FORMÜL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246888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AF7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Skor  =  Σ (kuralᵢ × ağırlıkᵢ × güveniⁱ) × 100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77240" y="3383280"/>
            <a:ext cx="4846320" cy="0"/>
          </a:xfrm>
          <a:prstGeom prst="line">
            <a:avLst/>
          </a:prstGeom>
          <a:noFill/>
          <a:ln w="12700">
            <a:solidFill>
              <a:srgbClr val="C84B3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35204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AF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kural farklı önem ağırlığına sahiptir.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393192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AF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Düşük güven düzeyli bulgular daha az ağırlıkla skora yansır → yanlış-pozitif yükü azalır.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217920" y="1828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84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HARF NOTU SKALASI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2331720"/>
            <a:ext cx="777240" cy="594360"/>
          </a:xfrm>
          <a:prstGeom prst="rect">
            <a:avLst/>
          </a:prstGeom>
          <a:solidFill>
            <a:srgbClr val="2E7D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2331720"/>
            <a:ext cx="777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AF7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6995160" y="2331720"/>
            <a:ext cx="45720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78040" y="233172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90–100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595360" y="233172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Mükemmel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17920" y="3044952"/>
            <a:ext cx="777240" cy="594360"/>
          </a:xfrm>
          <a:prstGeom prst="rect">
            <a:avLst/>
          </a:prstGeom>
          <a:solidFill>
            <a:srgbClr val="558B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3044952"/>
            <a:ext cx="777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AF7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6995160" y="3044952"/>
            <a:ext cx="45720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78040" y="3044952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80–89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595360" y="3044952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Sağlam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217920" y="3758184"/>
            <a:ext cx="777240" cy="594360"/>
          </a:xfrm>
          <a:prstGeom prst="rect">
            <a:avLst/>
          </a:prstGeom>
          <a:solidFill>
            <a:srgbClr val="C9A2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0" y="3758184"/>
            <a:ext cx="777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AF7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2600" dirty="0"/>
          </a:p>
        </p:txBody>
      </p:sp>
      <p:sp>
        <p:nvSpPr>
          <p:cNvPr id="23" name="Shape 21"/>
          <p:cNvSpPr/>
          <p:nvPr/>
        </p:nvSpPr>
        <p:spPr>
          <a:xfrm>
            <a:off x="6995160" y="3758184"/>
            <a:ext cx="45720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78040" y="3758184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70–79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595360" y="3758184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Kabul edilebilir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217920" y="4471416"/>
            <a:ext cx="777240" cy="594360"/>
          </a:xfrm>
          <a:prstGeom prst="rect">
            <a:avLst/>
          </a:prstGeom>
          <a:solidFill>
            <a:srgbClr val="E07A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0" y="4471416"/>
            <a:ext cx="777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AF7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2600" dirty="0"/>
          </a:p>
        </p:txBody>
      </p:sp>
      <p:sp>
        <p:nvSpPr>
          <p:cNvPr id="28" name="Shape 26"/>
          <p:cNvSpPr/>
          <p:nvPr/>
        </p:nvSpPr>
        <p:spPr>
          <a:xfrm>
            <a:off x="6995160" y="4471416"/>
            <a:ext cx="45720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78040" y="4471416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60–69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595360" y="4471416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Riskli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217920" y="5184648"/>
            <a:ext cx="777240" cy="594360"/>
          </a:xfrm>
          <a:prstGeom prst="rect">
            <a:avLst/>
          </a:prstGeom>
          <a:solidFill>
            <a:srgbClr val="C628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17920" y="5184648"/>
            <a:ext cx="777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AF7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</a:t>
            </a:r>
            <a:endParaRPr lang="en-US" sz="2600" dirty="0"/>
          </a:p>
        </p:txBody>
      </p:sp>
      <p:sp>
        <p:nvSpPr>
          <p:cNvPr id="33" name="Shape 31"/>
          <p:cNvSpPr/>
          <p:nvPr/>
        </p:nvSpPr>
        <p:spPr>
          <a:xfrm>
            <a:off x="6995160" y="5184648"/>
            <a:ext cx="45720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78040" y="5184648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0–59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8595360" y="5184648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Acil müdahale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Açıklanabilirlik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Geliştiriciler statik analiz araçlarını anlaşılmaz buluyor (Johnson vd., 2013). Biz farklı yaptık.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48640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28800"/>
            <a:ext cx="5486400" cy="91440"/>
          </a:xfrm>
          <a:prstGeom prst="rect">
            <a:avLst/>
          </a:prstGeom>
          <a:solidFill>
            <a:srgbClr val="C84B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0574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84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İLE ZENGİNLEŞTİRME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25146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Başarısız kurala özgü açıklama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77240" y="31089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başarısız kural için Claude'a kuralın amacı + ihlal eden dosyaların listesi gönderilir; karşılığında projeye özgü, doğal dilde bir açıklama alınır.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77240" y="4434840"/>
            <a:ext cx="5029200" cy="1417320"/>
          </a:xfrm>
          <a:prstGeom prst="rect">
            <a:avLst/>
          </a:prstGeom>
          <a:solidFill>
            <a:srgbClr val="E8E2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4526280"/>
            <a:ext cx="46634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“src/screens/Profile.tsx içinde useEffect, bir if bloğunun içinde çağrılıyor. Hook kuralları gereği render başına aynı sırayla çağrılması gerekir; aksi hâlde sessiz state kaybı oluşur.”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63640" y="1828800"/>
            <a:ext cx="5486400" cy="420624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20574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84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PANELİ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92240" y="25146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AF7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Tek bakışta proje sağlığı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492240" y="3108960"/>
            <a:ext cx="2286000" cy="2103120"/>
          </a:xfrm>
          <a:prstGeom prst="rect">
            <a:avLst/>
          </a:prstGeom>
          <a:solidFill>
            <a:srgbClr val="FAF7F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315468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84</a:t>
            </a:r>
            <a:endParaRPr lang="en-US" sz="7200" dirty="0"/>
          </a:p>
        </p:txBody>
      </p:sp>
      <p:sp>
        <p:nvSpPr>
          <p:cNvPr id="16" name="Text 14"/>
          <p:cNvSpPr/>
          <p:nvPr/>
        </p:nvSpPr>
        <p:spPr>
          <a:xfrm>
            <a:off x="6492240" y="43434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100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178040" y="4754880"/>
            <a:ext cx="914400" cy="320040"/>
          </a:xfrm>
          <a:prstGeom prst="rect">
            <a:avLst/>
          </a:prstGeom>
          <a:solidFill>
            <a:srgbClr val="558B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7804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AF7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961120" y="3154680"/>
            <a:ext cx="164592" cy="320040"/>
          </a:xfrm>
          <a:prstGeom prst="rect">
            <a:avLst/>
          </a:prstGeom>
          <a:solidFill>
            <a:srgbClr val="558B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89720" y="31546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AF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 Servis katmanı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961120" y="3566160"/>
            <a:ext cx="164592" cy="320040"/>
          </a:xfrm>
          <a:prstGeom prst="rect">
            <a:avLst/>
          </a:prstGeom>
          <a:solidFill>
            <a:srgbClr val="558B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89720" y="35661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AF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 Çevrim yok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961120" y="3977640"/>
            <a:ext cx="164592" cy="320040"/>
          </a:xfrm>
          <a:prstGeom prst="rect">
            <a:avLst/>
          </a:prstGeom>
          <a:solidFill>
            <a:srgbClr val="C84B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89720" y="39776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AF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 3 dosya &gt; 400 LOC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961120" y="4389120"/>
            <a:ext cx="164592" cy="320040"/>
          </a:xfrm>
          <a:prstGeom prst="rect">
            <a:avLst/>
          </a:prstGeom>
          <a:solidFill>
            <a:srgbClr val="558B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89720" y="43891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AF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 Katmanlar temiz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961120" y="4800600"/>
            <a:ext cx="164592" cy="320040"/>
          </a:xfrm>
          <a:prstGeom prst="rect">
            <a:avLst/>
          </a:prstGeom>
          <a:solidFill>
            <a:srgbClr val="C84B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89720" y="48006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AF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R6 12 inline style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Değerlendirme Sonuçları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Çalışma kapsamında özel olarak hazırlanmış 3 test uygulaması.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6118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874520"/>
            <a:ext cx="3611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731520" y="2880360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uygulaması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(good · bad · unusual-layout)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43400" y="1783080"/>
            <a:ext cx="3611880" cy="18288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43400" y="1874520"/>
            <a:ext cx="3611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84B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Saniyeler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26280" y="2880360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AF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içinde tüm projenin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AF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uçtan uca analizi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38160" y="1783080"/>
            <a:ext cx="36118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38160" y="1874520"/>
            <a:ext cx="3611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%100</a:t>
            </a:r>
            <a:endParaRPr lang="en-US" sz="5600" dirty="0"/>
          </a:p>
        </p:txBody>
      </p:sp>
      <p:sp>
        <p:nvSpPr>
          <p:cNvPr id="12" name="Text 10"/>
          <p:cNvSpPr/>
          <p:nvPr/>
        </p:nvSpPr>
        <p:spPr>
          <a:xfrm>
            <a:off x="8321040" y="2880360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truth ile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uyuşma oranı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794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 bazında skorlar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251960"/>
            <a:ext cx="4937760" cy="384048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251960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AF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0" y="4251960"/>
            <a:ext cx="1371600" cy="384048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77840" y="425196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AF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Dosya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858000" y="4251960"/>
            <a:ext cx="1554480" cy="384048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49440" y="425196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AF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412480" y="4251960"/>
            <a:ext cx="1371600" cy="384048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03920" y="425196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AF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Skor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784080" y="4251960"/>
            <a:ext cx="1874520" cy="384048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875520" y="4251960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AF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636008"/>
            <a:ext cx="4937760" cy="411480"/>
          </a:xfrm>
          <a:prstGeom prst="rect">
            <a:avLst/>
          </a:prstGeom>
          <a:solidFill>
            <a:srgbClr val="E8E2D8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636008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good-app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86400" y="4636008"/>
            <a:ext cx="1371600" cy="411480"/>
          </a:xfrm>
          <a:prstGeom prst="rect">
            <a:avLst/>
          </a:prstGeom>
          <a:solidFill>
            <a:srgbClr val="E8E2D8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77840" y="4636008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858000" y="4636008"/>
            <a:ext cx="1554480" cy="411480"/>
          </a:xfrm>
          <a:prstGeom prst="rect">
            <a:avLst/>
          </a:prstGeom>
          <a:solidFill>
            <a:srgbClr val="E8E2D8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49440" y="4636008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1.180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412480" y="4636008"/>
            <a:ext cx="1371600" cy="411480"/>
          </a:xfrm>
          <a:prstGeom prst="rect">
            <a:avLst/>
          </a:prstGeom>
          <a:solidFill>
            <a:srgbClr val="E8E2D8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503920" y="4636008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95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9784080" y="4636008"/>
            <a:ext cx="1874520" cy="411480"/>
          </a:xfrm>
          <a:prstGeom prst="rect">
            <a:avLst/>
          </a:prstGeom>
          <a:solidFill>
            <a:srgbClr val="2E7D32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875520" y="4636008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AF7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48640" y="5047488"/>
            <a:ext cx="49377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5047488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bad-app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486400" y="5047488"/>
            <a:ext cx="13716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77840" y="5047488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858000" y="5047488"/>
            <a:ext cx="15544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949440" y="5047488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1.840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8412480" y="5047488"/>
            <a:ext cx="13716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503920" y="5047488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55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9784080" y="5047488"/>
            <a:ext cx="1874520" cy="411480"/>
          </a:xfrm>
          <a:prstGeom prst="rect">
            <a:avLst/>
          </a:prstGeom>
          <a:solidFill>
            <a:srgbClr val="C62828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875520" y="5047488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AF7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548640" y="5458968"/>
            <a:ext cx="4937760" cy="411480"/>
          </a:xfrm>
          <a:prstGeom prst="rect">
            <a:avLst/>
          </a:prstGeom>
          <a:solidFill>
            <a:srgbClr val="E8E2D8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080" y="5458968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unusual-layout-app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5486400" y="5458968"/>
            <a:ext cx="1371600" cy="411480"/>
          </a:xfrm>
          <a:prstGeom prst="rect">
            <a:avLst/>
          </a:prstGeom>
          <a:solidFill>
            <a:srgbClr val="E8E2D8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77840" y="5458968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6858000" y="5458968"/>
            <a:ext cx="1554480" cy="411480"/>
          </a:xfrm>
          <a:prstGeom prst="rect">
            <a:avLst/>
          </a:prstGeom>
          <a:solidFill>
            <a:srgbClr val="E8E2D8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949440" y="5458968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2.060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8412480" y="5458968"/>
            <a:ext cx="1371600" cy="411480"/>
          </a:xfrm>
          <a:prstGeom prst="rect">
            <a:avLst/>
          </a:prstGeom>
          <a:solidFill>
            <a:srgbClr val="E8E2D8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503920" y="5458968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78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9784080" y="5458968"/>
            <a:ext cx="1874520" cy="411480"/>
          </a:xfrm>
          <a:prstGeom prst="rect">
            <a:avLst/>
          </a:prstGeom>
          <a:solidFill>
            <a:srgbClr val="C9A21E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875520" y="5458968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AF7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Sonuç ve Gelecek İş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Çalışan bir prototip · netleşmiş bir yön.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84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ULAŞILANLAR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404872"/>
            <a:ext cx="182880" cy="182880"/>
          </a:xfrm>
          <a:prstGeom prst="rect">
            <a:avLst/>
          </a:prstGeom>
          <a:solidFill>
            <a:srgbClr val="C84B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28600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Çalışan, uçtan uca statik analiz boru hattı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953512"/>
            <a:ext cx="182880" cy="182880"/>
          </a:xfrm>
          <a:prstGeom prst="rect">
            <a:avLst/>
          </a:prstGeom>
          <a:solidFill>
            <a:srgbClr val="C84B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83464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Native'e özgü 8 mimari kural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502152"/>
            <a:ext cx="182880" cy="182880"/>
          </a:xfrm>
          <a:prstGeom prst="rect">
            <a:avLst/>
          </a:prstGeom>
          <a:solidFill>
            <a:srgbClr val="C84B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38328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Ağırlıklı skorlama + A–F harf notu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4050792"/>
            <a:ext cx="182880" cy="182880"/>
          </a:xfrm>
          <a:prstGeom prst="rect">
            <a:avLst/>
          </a:prstGeom>
          <a:solidFill>
            <a:srgbClr val="C84B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393192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destekli, açıklanabilir raporlar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599432"/>
            <a:ext cx="182880" cy="182880"/>
          </a:xfrm>
          <a:prstGeom prst="rect">
            <a:avLst/>
          </a:prstGeom>
          <a:solidFill>
            <a:srgbClr val="C84B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48056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paneli + CLI + JSON çıktısı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0" y="1828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84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GELECEK İŞ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0" y="2404872"/>
            <a:ext cx="182880" cy="18288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22860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tip bilgisini analize katmak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0" y="2953512"/>
            <a:ext cx="182880" cy="18288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20840" y="28346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Diğer çatılara genişleme (Flutter, .NET MAUI, native Android/iOS)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84B3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1945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rgbClr val="C84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CANLI DEMO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74320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AF7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ArchLens'i çalıştıralım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640080" y="402336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AF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paneline bir GitHub URL'i veriyorum.</a:t>
            </a:r>
            <a:endParaRPr lang="en-US" sz="1800" dirty="0"/>
          </a:p>
          <a:p>
            <a:pPr indent="0" marL="0">
              <a:buNone/>
            </a:pPr>
            <a:r>
              <a:rPr lang="en-US" sz="1800" i="1" dirty="0">
                <a:solidFill>
                  <a:srgbClr val="FAF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 tamamlandığında ekrandaki skor, harf notu ve kural sonuçlarını birlikte inceleyeceğiz.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84B3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1031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rgbClr val="C84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TEŞEKKÜRLER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65176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AF7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Sorularınız?</a:t>
            </a:r>
            <a:endParaRPr lang="en-US" sz="8000" dirty="0"/>
          </a:p>
        </p:txBody>
      </p:sp>
      <p:sp>
        <p:nvSpPr>
          <p:cNvPr id="5" name="Shape 3"/>
          <p:cNvSpPr/>
          <p:nvPr/>
        </p:nvSpPr>
        <p:spPr>
          <a:xfrm>
            <a:off x="640080" y="4572000"/>
            <a:ext cx="2743200" cy="0"/>
          </a:xfrm>
          <a:prstGeom prst="line">
            <a:avLst/>
          </a:prstGeom>
          <a:noFill/>
          <a:ln w="25400">
            <a:solidFill>
              <a:srgbClr val="C84B3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4754880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AF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Sidi Mohamed BABA
</a:t>
            </a:r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Yazılım Mühendisliği Bölümü · 9201118073
</a:t>
            </a:r>
            <a:pPr indent="0" marL="0">
              <a:buNone/>
            </a:pPr>
            <a:r>
              <a:rPr lang="en-US" sz="1300" dirty="0">
                <a:solidFill>
                  <a:srgbClr val="FAF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sidimedbaba7@gmail.com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0" y="475488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84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Danışman
</a:t>
            </a:r>
            <a:pPr indent="0" marL="0">
              <a:buNone/>
            </a:pPr>
            <a:r>
              <a:rPr lang="en-US" sz="1600" b="1" dirty="0">
                <a:solidFill>
                  <a:srgbClr val="FAF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Doç. Dr. Nurettin ŞENYER
</a:t>
            </a:r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 Üniversitesi · Mühendislik Fakültesi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ArchLens — Bitirme Projesi Savunması</dc:title>
  <dc:subject>PptxGenJS Presentation</dc:subject>
  <dc:creator>Sidi Mohamed Baba</dc:creator>
  <cp:lastModifiedBy>Sidi Mohamed Baba</cp:lastModifiedBy>
  <cp:revision>1</cp:revision>
  <dcterms:created xsi:type="dcterms:W3CDTF">2026-06-08T16:42:39Z</dcterms:created>
  <dcterms:modified xsi:type="dcterms:W3CDTF">2026-06-08T16:42:39Z</dcterms:modified>
</cp:coreProperties>
</file>